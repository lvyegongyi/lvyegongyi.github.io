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88" y="1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4D6D49-4049-2CEB-4842-22B6545428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F1A4044-4322-B8C5-AC75-65D2680BCC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9DAB625-D23E-2E72-90ED-574149938C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61FA3-1843-480C-BFAB-9EF8081C590C}" type="datetimeFigureOut">
              <a:rPr lang="zh-CN" altLang="en-US" smtClean="0"/>
              <a:t>2026/8/11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018AB8E-1805-3735-37C9-7E29EBB7EE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760A17F-3C16-9FD5-A09D-8596BA45F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AB19E-EA60-4C95-AAA5-9EB4F3DDE0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36814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4D9A60E-014A-94A9-3AB4-94C8ECF49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E0FC4C2-2105-C8A2-C818-0110FB2109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559DA6E-A2B9-228A-AE18-7635A366C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61FA3-1843-480C-BFAB-9EF8081C590C}" type="datetimeFigureOut">
              <a:rPr lang="zh-CN" altLang="en-US" smtClean="0"/>
              <a:t>2026/8/11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BE78B37-827C-A1A7-8065-BF04A4B6C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88BDFB6-25FA-E89A-EFE3-DC72ACE99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AB19E-EA60-4C95-AAA5-9EB4F3DDE0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86108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74059D9-64E8-FD0A-D354-81F2D7CBD8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AC1C15E-308F-AE0A-47F3-A68F1FF775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0A3947C-E23A-16A8-7447-EEFF8E28B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61FA3-1843-480C-BFAB-9EF8081C590C}" type="datetimeFigureOut">
              <a:rPr lang="zh-CN" altLang="en-US" smtClean="0"/>
              <a:t>2026/8/11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6081CDC-5A1B-D58E-B423-E394AE252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6779BEF-E0AF-A873-3E97-0163F6491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AB19E-EA60-4C95-AAA5-9EB4F3DDE0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812730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8DA892C-3662-F33C-216E-E0B33FAC6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8C0D63A-2B95-0DC8-668F-095D1E240C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D9991C2-C990-C985-E114-6D3C9F6E18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8543C0F-25A7-9339-F3AD-80A4EAA999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61FA3-1843-480C-BFAB-9EF8081C590C}" type="datetimeFigureOut">
              <a:rPr lang="zh-CN" altLang="en-US" smtClean="0"/>
              <a:t>2026/8/11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9AEFD78-4E31-1865-22E6-ACA0D2466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5D6A853-07EE-C209-14E3-4C1345485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AB19E-EA60-4C95-AAA5-9EB4F3DDE0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160017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69B96E5-752E-4F5B-DC63-05582221C7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7C9F563-C865-F76F-BBE6-9775E882EF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9125290-C3DD-F408-FA1E-6AC8441452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CBD9EB20-4824-7AC0-0CEA-6EFBADAB15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4C9BAF6-2A0A-FD1F-C43A-55CED67AC1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20591F0-16B4-2D49-74C6-EF56B52F7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61FA3-1843-480C-BFAB-9EF8081C590C}" type="datetimeFigureOut">
              <a:rPr lang="zh-CN" altLang="en-US" smtClean="0"/>
              <a:t>2026/8/11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38DB1C0F-DFDC-2AF3-3272-3A4CF198F3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88DDF90-84E1-85DD-2D85-F317879A4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AB19E-EA60-4C95-AAA5-9EB4F3DDE0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80453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91A9B4-939E-D93B-F84D-3F1EB760C8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4FC78B6-3F47-AFE1-7884-0A9226A97D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61FA3-1843-480C-BFAB-9EF8081C590C}" type="datetimeFigureOut">
              <a:rPr lang="zh-CN" altLang="en-US" smtClean="0"/>
              <a:t>2026/8/11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6A656EB-E824-15F3-C541-8EC2330BC0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6C26A74-17AA-FF8A-8C6B-2A5AEC3F6C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AB19E-EA60-4C95-AAA5-9EB4F3DDE0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13731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9D2C00E-C0B1-3A69-4321-C3EAB47FB9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61FA3-1843-480C-BFAB-9EF8081C590C}" type="datetimeFigureOut">
              <a:rPr lang="zh-CN" altLang="en-US" smtClean="0"/>
              <a:t>2026/8/11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F6920EB-1C16-51AB-181A-8415987F8E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E56BE6E-D81F-5B40-81E5-AA5258111B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AB19E-EA60-4C95-AAA5-9EB4F3DDE0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35199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423C08-1482-A5CE-5ED2-0EFCBEEDF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1CD42F5-92EA-24BD-058F-188AEF000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2C47D70-681A-1F51-F473-2299C97BEE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64B3BB9-3504-3F05-17A1-CF977217FB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61FA3-1843-480C-BFAB-9EF8081C590C}" type="datetimeFigureOut">
              <a:rPr lang="zh-CN" altLang="en-US" smtClean="0"/>
              <a:t>2026/8/11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8C93786-D9F7-F2D4-29B4-14BB1F979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50C0894-4500-255B-19CF-345D5A5A5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AB19E-EA60-4C95-AAA5-9EB4F3DDE0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44449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2CEF70-F903-0ED9-C552-0C1A48AEE4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C548192-4D0F-DBFD-7F5F-FAE90B2ACB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D4AC787-663F-EDC4-3E11-47651CEDD4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ACCEDD5-17DC-292D-059D-4B8653FD26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61FA3-1843-480C-BFAB-9EF8081C590C}" type="datetimeFigureOut">
              <a:rPr lang="zh-CN" altLang="en-US" smtClean="0"/>
              <a:t>2026/8/11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927718B-24F3-227E-6770-F80B1F8D2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98EDD4D-E005-6E9E-6F09-A305A134F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AB19E-EA60-4C95-AAA5-9EB4F3DDE0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69202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484E76-3ED9-5A1B-C329-C18439606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486B7E7-6916-9362-7DC2-1AABFDCC9E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9F16A8C-E94F-E0F8-7E53-D0644F9499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61FA3-1843-480C-BFAB-9EF8081C590C}" type="datetimeFigureOut">
              <a:rPr lang="zh-CN" altLang="en-US" smtClean="0"/>
              <a:t>2026/8/11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8E4CB0F-38BD-9963-8255-AB3EF4595D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380DC16-7EC7-A467-B300-D74ED38EC5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AB19E-EA60-4C95-AAA5-9EB4F3DDE0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99017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2747F33-08BB-0DB3-76FE-FF8226918F4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0C31131-DE68-91CC-0819-BD22D4D793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4F9F6D4-E4D5-7C96-19DB-BBE740EDB7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61FA3-1843-480C-BFAB-9EF8081C590C}" type="datetimeFigureOut">
              <a:rPr lang="zh-CN" altLang="en-US" smtClean="0"/>
              <a:t>2026/8/11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63E91FE-445B-2897-F8F3-83C31DEBC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24239EB-C1CC-CDC0-BD33-733164632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AB19E-EA60-4C95-AAA5-9EB4F3DDE0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97591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A088A43-06DD-B39A-2860-C84CD63AB1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F9F9534-2E01-A02B-A10B-988D2E3BF5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CB4F3D3-9968-30D9-E197-A2E01D755F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A61FA3-1843-480C-BFAB-9EF8081C590C}" type="datetimeFigureOut">
              <a:rPr lang="zh-CN" altLang="en-US" smtClean="0"/>
              <a:t>2026/8/11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7C42117-88C3-3261-A09F-FDFB58EFC9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1AEC5F4-17BD-EFFC-42F3-5CFB5A12E9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6AB19E-EA60-4C95-AAA5-9EB4F3DDE0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542817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>
            <a:extLst>
              <a:ext uri="{FF2B5EF4-FFF2-40B4-BE49-F238E27FC236}">
                <a16:creationId xmlns:a16="http://schemas.microsoft.com/office/drawing/2014/main" id="{989831DE-9927-D5AF-7F07-D8D371053081}"/>
              </a:ext>
            </a:extLst>
          </p:cNvPr>
          <p:cNvSpPr txBox="1"/>
          <p:nvPr/>
        </p:nvSpPr>
        <p:spPr>
          <a:xfrm>
            <a:off x="2199736" y="3075057"/>
            <a:ext cx="959832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000" b="1" dirty="0">
                <a:latin typeface="仿宋" panose="02010609060101010101" pitchFamily="49" charset="-122"/>
                <a:ea typeface="仿宋" panose="02010609060101010101" pitchFamily="49" charset="-122"/>
              </a:rPr>
              <a:t>杭州市余杭区中泰街道绿叶公益服务中心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D7DD211-7EB2-90C0-DB97-3CC1489AE0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448" y="2924747"/>
            <a:ext cx="1078992" cy="1008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04907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>
            <a:extLst>
              <a:ext uri="{FF2B5EF4-FFF2-40B4-BE49-F238E27FC236}">
                <a16:creationId xmlns:a16="http://schemas.microsoft.com/office/drawing/2014/main" id="{989831DE-9927-D5AF-7F07-D8D371053081}"/>
              </a:ext>
            </a:extLst>
          </p:cNvPr>
          <p:cNvSpPr txBox="1"/>
          <p:nvPr/>
        </p:nvSpPr>
        <p:spPr>
          <a:xfrm>
            <a:off x="2817962" y="2106041"/>
            <a:ext cx="6556075" cy="23905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zh-CN" altLang="en-US" sz="5400" b="1" dirty="0">
                <a:latin typeface="仿宋" panose="02010609060101010101" pitchFamily="49" charset="-122"/>
                <a:ea typeface="仿宋" panose="02010609060101010101" pitchFamily="49" charset="-122"/>
              </a:rPr>
              <a:t>页面维护中</a:t>
            </a:r>
            <a:r>
              <a:rPr lang="en-US" altLang="zh-CN" sz="5400" b="1" dirty="0">
                <a:latin typeface="仿宋" panose="02010609060101010101" pitchFamily="49" charset="-122"/>
                <a:ea typeface="仿宋" panose="02010609060101010101" pitchFamily="49" charset="-122"/>
              </a:rPr>
              <a:t>……</a:t>
            </a:r>
          </a:p>
          <a:p>
            <a:pPr algn="ctr">
              <a:lnSpc>
                <a:spcPct val="150000"/>
              </a:lnSpc>
            </a:pPr>
            <a:r>
              <a:rPr lang="zh-CN" altLang="en-US" sz="5400" b="1" dirty="0">
                <a:latin typeface="仿宋" panose="02010609060101010101" pitchFamily="49" charset="-122"/>
                <a:ea typeface="仿宋" panose="02010609060101010101" pitchFamily="49" charset="-122"/>
              </a:rPr>
              <a:t>谢谢关注！</a:t>
            </a:r>
          </a:p>
        </p:txBody>
      </p:sp>
    </p:spTree>
    <p:extLst>
      <p:ext uri="{BB962C8B-B14F-4D97-AF65-F5344CB8AC3E}">
        <p14:creationId xmlns:p14="http://schemas.microsoft.com/office/powerpoint/2010/main" val="25636028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</TotalTime>
  <Words>17</Words>
  <Application>Microsoft Office PowerPoint</Application>
  <PresentationFormat>宽屏</PresentationFormat>
  <Paragraphs>3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7" baseType="lpstr">
      <vt:lpstr>等线</vt:lpstr>
      <vt:lpstr>等线 Light</vt:lpstr>
      <vt:lpstr>仿宋</vt:lpstr>
      <vt:lpstr>Arial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浏 刘</dc:creator>
  <cp:lastModifiedBy>浏 刘</cp:lastModifiedBy>
  <cp:revision>8</cp:revision>
  <dcterms:created xsi:type="dcterms:W3CDTF">2024-06-27T11:46:25Z</dcterms:created>
  <dcterms:modified xsi:type="dcterms:W3CDTF">2026-08-11T04:04:48Z</dcterms:modified>
</cp:coreProperties>
</file>